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Telegraf Bold" charset="1" panose="00000800000000000000"/>
      <p:regular r:id="rId9"/>
    </p:embeddedFont>
    <p:embeddedFont>
      <p:font typeface="Telegraf" charset="1" panose="00000500000000000000"/>
      <p:regular r:id="rId10"/>
    </p:embeddedFont>
    <p:embeddedFont>
      <p:font typeface="Open Sans" charset="1" panose="020B0606030504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5304" y="0"/>
            <a:ext cx="3942696" cy="10287000"/>
            <a:chOff x="0" y="0"/>
            <a:chExt cx="103840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4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38406">
                  <a:moveTo>
                    <a:pt x="0" y="0"/>
                  </a:moveTo>
                  <a:lnTo>
                    <a:pt x="1038406" y="0"/>
                  </a:lnTo>
                  <a:lnTo>
                    <a:pt x="10384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A35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40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0149746" y="1844085"/>
            <a:ext cx="7068855" cy="7150254"/>
            <a:chOff x="0" y="0"/>
            <a:chExt cx="1095151" cy="11077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5151" cy="1107761"/>
            </a:xfrm>
            <a:custGeom>
              <a:avLst/>
              <a:gdLst/>
              <a:ahLst/>
              <a:cxnLst/>
              <a:rect r="r" b="b" t="t" l="l"/>
              <a:pathLst>
                <a:path h="1107761" w="1095151">
                  <a:moveTo>
                    <a:pt x="0" y="0"/>
                  </a:moveTo>
                  <a:lnTo>
                    <a:pt x="1095151" y="0"/>
                  </a:lnTo>
                  <a:lnTo>
                    <a:pt x="1095151" y="1107761"/>
                  </a:lnTo>
                  <a:lnTo>
                    <a:pt x="0" y="1107761"/>
                  </a:lnTo>
                  <a:close/>
                </a:path>
              </a:pathLst>
            </a:custGeom>
            <a:blipFill>
              <a:blip r:embed="rId2"/>
              <a:stretch>
                <a:fillRect l="-39912" t="0" r="-39912" b="0"/>
              </a:stretch>
            </a:blipFill>
            <a:ln w="38100" cap="sq">
              <a:solidFill>
                <a:srgbClr val="1A35C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56864" y="1444637"/>
            <a:ext cx="285572" cy="285572"/>
            <a:chOff x="0" y="0"/>
            <a:chExt cx="75212" cy="752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212" cy="75212"/>
            </a:xfrm>
            <a:custGeom>
              <a:avLst/>
              <a:gdLst/>
              <a:ahLst/>
              <a:cxnLst/>
              <a:rect r="r" b="b" t="t" l="l"/>
              <a:pathLst>
                <a:path h="75212" w="75212">
                  <a:moveTo>
                    <a:pt x="0" y="0"/>
                  </a:moveTo>
                  <a:lnTo>
                    <a:pt x="75212" y="0"/>
                  </a:lnTo>
                  <a:lnTo>
                    <a:pt x="75212" y="75212"/>
                  </a:lnTo>
                  <a:lnTo>
                    <a:pt x="0" y="75212"/>
                  </a:lnTo>
                  <a:close/>
                </a:path>
              </a:pathLst>
            </a:custGeom>
            <a:solidFill>
              <a:srgbClr val="1A35C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5212" cy="113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360994" y="1568373"/>
            <a:ext cx="8858152" cy="0"/>
          </a:xfrm>
          <a:prstGeom prst="line">
            <a:avLst/>
          </a:prstGeom>
          <a:ln cap="flat" w="38100">
            <a:solidFill>
              <a:srgbClr val="1A35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37814" y="3763863"/>
            <a:ext cx="6289816" cy="2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5"/>
              </a:lnSpc>
            </a:pPr>
            <a:r>
              <a:rPr lang="en-US" sz="6232" b="true">
                <a:solidFill>
                  <a:srgbClr val="1A35C4"/>
                </a:solidFill>
                <a:latin typeface="Telegraf Bold"/>
                <a:ea typeface="Telegraf Bold"/>
                <a:cs typeface="Telegraf Bold"/>
                <a:sym typeface="Telegraf Bold"/>
              </a:rPr>
              <a:t>Sistema de Reserva De Salas - JAVA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7814" y="8171407"/>
            <a:ext cx="7339162" cy="224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3028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       Alunos :</a:t>
            </a:r>
          </a:p>
          <a:p>
            <a:pPr algn="l" marL="653904" indent="-326952" lvl="1">
              <a:lnSpc>
                <a:spcPts val="2937"/>
              </a:lnSpc>
              <a:buFont typeface="Arial"/>
              <a:buChar char="•"/>
            </a:pPr>
            <a:r>
              <a:rPr lang="en-US" sz="3028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Arthur Mota</a:t>
            </a:r>
          </a:p>
          <a:p>
            <a:pPr algn="l" marL="653904" indent="-326952" lvl="1">
              <a:lnSpc>
                <a:spcPts val="2937"/>
              </a:lnSpc>
              <a:buFont typeface="Arial"/>
              <a:buChar char="•"/>
            </a:pPr>
            <a:r>
              <a:rPr lang="en-US" sz="3028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João Victor</a:t>
            </a:r>
          </a:p>
          <a:p>
            <a:pPr algn="l" marL="653904" indent="-326952" lvl="1">
              <a:lnSpc>
                <a:spcPts val="2937"/>
              </a:lnSpc>
              <a:buFont typeface="Arial"/>
              <a:buChar char="•"/>
            </a:pPr>
            <a:r>
              <a:rPr lang="en-US" sz="3028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Lucas Limeira</a:t>
            </a:r>
          </a:p>
          <a:p>
            <a:pPr algn="l" marL="653904" indent="-326952" lvl="1">
              <a:lnSpc>
                <a:spcPts val="2937"/>
              </a:lnSpc>
              <a:buFont typeface="Arial"/>
              <a:buChar char="•"/>
            </a:pPr>
            <a:r>
              <a:rPr lang="en-US" sz="3028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Suel Sousa</a:t>
            </a:r>
          </a:p>
          <a:p>
            <a:pPr algn="l">
              <a:lnSpc>
                <a:spcPts val="293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56864" y="6839603"/>
            <a:ext cx="4792266" cy="54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sz="3028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Professora : JhessiK  Kaely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815" y="743128"/>
            <a:ext cx="285572" cy="285572"/>
            <a:chOff x="0" y="0"/>
            <a:chExt cx="75212" cy="752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12" cy="75212"/>
            </a:xfrm>
            <a:custGeom>
              <a:avLst/>
              <a:gdLst/>
              <a:ahLst/>
              <a:cxnLst/>
              <a:rect r="r" b="b" t="t" l="l"/>
              <a:pathLst>
                <a:path h="75212" w="75212">
                  <a:moveTo>
                    <a:pt x="0" y="0"/>
                  </a:moveTo>
                  <a:lnTo>
                    <a:pt x="75212" y="0"/>
                  </a:lnTo>
                  <a:lnTo>
                    <a:pt x="75212" y="75212"/>
                  </a:lnTo>
                  <a:lnTo>
                    <a:pt x="0" y="75212"/>
                  </a:lnTo>
                  <a:close/>
                </a:path>
              </a:pathLst>
            </a:custGeom>
            <a:solidFill>
              <a:srgbClr val="1A35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12" cy="113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929779" y="1047750"/>
            <a:ext cx="6780055" cy="0"/>
          </a:xfrm>
          <a:prstGeom prst="line">
            <a:avLst/>
          </a:prstGeom>
          <a:ln cap="flat" w="38100">
            <a:solidFill>
              <a:srgbClr val="1A35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257434" y="335712"/>
            <a:ext cx="9731693" cy="55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528" b="true">
                <a:solidFill>
                  <a:srgbClr val="1A35C4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FUNCIONALIDADES DO NOSSO SISTEMA 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319769"/>
            <a:ext cx="1092786" cy="10927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5C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445760" y="1788656"/>
            <a:ext cx="2736745" cy="5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3301" b="true">
                <a:solidFill>
                  <a:srgbClr val="1A35C4"/>
                </a:solidFill>
                <a:latin typeface="Telegraf Bold"/>
                <a:ea typeface="Telegraf Bold"/>
                <a:cs typeface="Telegraf Bold"/>
                <a:sym typeface="Telegraf Bold"/>
              </a:rPr>
              <a:t>Segurança.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5760" y="3193824"/>
            <a:ext cx="3875312" cy="307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150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O sistema possui dois tipos de usuários: COPED com acesso total para gerenciar reservas, usuários e configurações; e Porteiro, com acesso limitado para consultar e validar reservas, garantindo segurança e divisão de responsabilidades.</a:t>
            </a:r>
          </a:p>
          <a:p>
            <a:pPr algn="l">
              <a:lnSpc>
                <a:spcPts val="240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227479" y="3184299"/>
            <a:ext cx="3720581" cy="383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064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O sistema foi projetado para oferecer uma interface intuitiva e amigável, garantindo uma experiência fácil para os usuários. Com menus claros e navegação simplificada, qualquer pessoa pode realizar reservas ou consultar informações sem a necessidade de treinamento avançado. A interação eficiente economiza tempo e aumenta a produtividade.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64977" y="1319769"/>
            <a:ext cx="1092786" cy="10927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5C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405437" y="1788656"/>
            <a:ext cx="3364664" cy="5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3301" b="true">
                <a:solidFill>
                  <a:srgbClr val="1A35C4"/>
                </a:solidFill>
                <a:latin typeface="Telegraf Bold"/>
                <a:ea typeface="Telegraf Bold"/>
                <a:cs typeface="Telegraf Bold"/>
                <a:sym typeface="Telegraf Bold"/>
              </a:rPr>
              <a:t>Facil interação 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96341" y="1500252"/>
            <a:ext cx="1092786" cy="10927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5C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398702" y="1623198"/>
            <a:ext cx="3364664" cy="96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3301" b="true">
                <a:solidFill>
                  <a:srgbClr val="1A35C4"/>
                </a:solidFill>
                <a:latin typeface="Telegraf Bold"/>
                <a:ea typeface="Telegraf Bold"/>
                <a:cs typeface="Telegraf Bold"/>
                <a:sym typeface="Telegraf Bold"/>
              </a:rPr>
              <a:t>Otimização do uso de salas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38719" y="2600256"/>
            <a:ext cx="3720581" cy="442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2064">
                <a:solidFill>
                  <a:srgbClr val="1A35C4"/>
                </a:solidFill>
                <a:latin typeface="Telegraf"/>
                <a:ea typeface="Telegraf"/>
                <a:cs typeface="Telegraf"/>
                <a:sym typeface="Telegraf"/>
              </a:rPr>
              <a:t>A funcionalidade de otimização do uso de salas garante que os espaços sejam utilizados de forma eficiente, evitando conflitos de horários e salas ociosas. O sistema permite um controle preciso das reservas, garantindo que cada sala seja alocada conforme a necessidade, promovendo maior organização e aproveitamento dos recursos disponíveis.</a:t>
            </a:r>
          </a:p>
          <a:p>
            <a:pPr algn="l">
              <a:lnSpc>
                <a:spcPts val="231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A3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864" y="1444637"/>
            <a:ext cx="285572" cy="285572"/>
            <a:chOff x="0" y="0"/>
            <a:chExt cx="75212" cy="752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12" cy="75212"/>
            </a:xfrm>
            <a:custGeom>
              <a:avLst/>
              <a:gdLst/>
              <a:ahLst/>
              <a:cxnLst/>
              <a:rect r="r" b="b" t="t" l="l"/>
              <a:pathLst>
                <a:path h="75212" w="75212">
                  <a:moveTo>
                    <a:pt x="0" y="0"/>
                  </a:moveTo>
                  <a:lnTo>
                    <a:pt x="75212" y="0"/>
                  </a:lnTo>
                  <a:lnTo>
                    <a:pt x="75212" y="75212"/>
                  </a:lnTo>
                  <a:lnTo>
                    <a:pt x="0" y="752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12" cy="113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360994" y="1568373"/>
            <a:ext cx="1440650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71139" y="7882259"/>
            <a:ext cx="10026072" cy="140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6"/>
              </a:lnSpc>
            </a:pPr>
            <a:r>
              <a:rPr lang="en-US" sz="9934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DAGZYG9-i9Y</dc:identifier>
  <dcterms:modified xsi:type="dcterms:W3CDTF">2011-08-01T06:04:30Z</dcterms:modified>
  <cp:revision>1</cp:revision>
  <dc:title>Apresentação Slides Corporativo Minimalista Azul</dc:title>
</cp:coreProperties>
</file>